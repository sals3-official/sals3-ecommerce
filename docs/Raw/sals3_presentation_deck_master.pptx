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 dirty="0"/>
              <a:t>SALS3 MASTER ARCHITECTURE &amp; LAUNCH PLAN</a:t>
            </a:r>
          </a:p>
          <a:p>
            <a:pPr algn="ctr">
              <a:defRPr sz="3800" b="1">
                <a:solidFill>
                  <a:srgbClr val="F8FAFC"/>
                </a:solidFill>
              </a:defRPr>
            </a:pPr>
            <a:r>
              <a:rPr dirty="0"/>
              <a:t>Master Architecture &amp; 3 to </a:t>
            </a:r>
            <a:r>
              <a:rPr lang="en-PH" dirty="0"/>
              <a:t>5</a:t>
            </a:r>
            <a:r>
              <a:rPr dirty="0"/>
              <a:t>-Month Transition Blueprint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rPr dirty="0"/>
              <a:t>Month 1 Shopify Cash Flow + Custom B2C Website &amp; Seller Center Build</a:t>
            </a:r>
          </a:p>
          <a:p>
            <a:br>
              <a:rPr dirty="0"/>
            </a:br>
            <a:r>
              <a:rPr dirty="0"/>
              <a:t>Lead Architects &amp; Operators: AJ &amp; Bogs (The Sals3 Engineering &amp; Operations Team)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MASTER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3 Core Pillars of Sals3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🏬 Pillar 1: Shopify Pop-Up Store (Month 1)</a:t>
            </a:r>
          </a:p>
          <a:p>
            <a:br/>
            <a:r>
              <a:t>Active for 30 days. Generates immediate sales &amp; cash flow while we build our custom platform in the background.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 dirty="0"/>
              <a:t>🛍️ Pillar 2: Customer Website (Months </a:t>
            </a:r>
            <a:r>
              <a:rPr lang="en-PH" dirty="0"/>
              <a:t>2</a:t>
            </a:r>
            <a:r>
              <a:rPr dirty="0"/>
              <a:t>-</a:t>
            </a:r>
            <a:r>
              <a:rPr lang="en-PH" dirty="0"/>
              <a:t>3</a:t>
            </a:r>
            <a:r>
              <a:rPr dirty="0"/>
              <a:t>)</a:t>
            </a:r>
          </a:p>
          <a:p>
            <a:br>
              <a:rPr dirty="0"/>
            </a:br>
            <a:r>
              <a:rPr dirty="0"/>
              <a:t>WHERE BUYERS SHOP! Shopee/Lazada-style website (sals3.com) where shoppers browse, add to cart, pay &amp; track parcels.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 dirty="0"/>
              <a:t>⚙️ Pillar 3: Sals3 Seller Center (Months </a:t>
            </a:r>
            <a:r>
              <a:rPr lang="en-PH" dirty="0"/>
              <a:t>3</a:t>
            </a:r>
            <a:r>
              <a:rPr dirty="0"/>
              <a:t>-4)</a:t>
            </a:r>
          </a:p>
          <a:p>
            <a:br>
              <a:rPr dirty="0"/>
            </a:br>
            <a:r>
              <a:rPr dirty="0"/>
              <a:t>WHERE SELLERS WORK! Shopee/Lazada-style seller portal where vendors upload SKUs, process orders, print waybills &amp; get paid.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OPERATIONAL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Detailed 10-Step Item Lifecycle (Connected Flowchart)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1. Supplier Feed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CJ API / Local 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4592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2. Quality Gate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4.5+ Stars &amp; &gt;100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37744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3. Dynamic Pricing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 Sals3 Price &amp;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4592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4. Customer Order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Checkout &amp;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37744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64592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5. Stock Sync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Real-Time Stock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6. Auto Order PO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API Dispatch to CJ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9377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420624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7. White-Label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Branded Sals3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9377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20624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8. Live Tracking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Webhook Status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9377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420624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9. Delivery &amp; Review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Parcel Delivered SLA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937760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206240"/>
            <a:ext cx="173736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10. Profit Settlement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Net Profit to Bank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CATALOG FILTRATION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Curated High-Quality Catalog Gate &amp; Media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🛡️ Automated Quality Gate Rules</a:t>
            </a:r>
          </a:p>
          <a:p>
            <a:br/>
            <a:r>
              <a:t>Products fetched from CJ Dropshipping must pass strict algorithmic filters before entering the publishing queue:</a:t>
            </a:r>
            <a:br/>
            <a:br/>
            <a:r>
              <a:t>• 4.5+ Star Rating Guard: Keeps out low-rated items.</a:t>
            </a:r>
            <a:br/>
            <a:r>
              <a:t>• &gt;100+ Sales Volume Guard: Accepts only proven best-sellers.</a:t>
            </a:r>
            <a:br/>
            <a:r>
              <a:t>• Verified Supplier Guard: Accepts items from Gold suppliers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43891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🖼️ Media Review Queue &amp; Photo Touchups</a:t>
            </a:r>
          </a:p>
          <a:p>
            <a:br/>
            <a:r>
              <a:t>Approved items enter the Sals3 Media Queue for photo cleanup and text formatting.</a:t>
            </a:r>
            <a:br/>
            <a:br/>
            <a:r>
              <a:t>⚠️ NOTE: Photo cleanup, watermark removal, and custom graphic touchups will be handled as an ADDITIONAL FEATURE / SEPARATE WORKFLOW by a dedicated Content/Media Specialist (to be discussed separately).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PILLAR 2: CUSTOMER SHOPPING STOREFRONT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Sals3 Customer Shopping Website UI (Where Buyers Shop)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sz="900" dirty="0"/>
              <a:t>💡 DISCLAIMER: This UI mockup, visual layout, and payment options are sample representations for demonstration only. All detailed functionalities, payment gateways, and business logic will undergo further alignment discussion with Sals3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100" dirty="0"/>
              <a:t>🛍️ WHAT HAPPENS ON THIS SCREEN:</a:t>
            </a:r>
          </a:p>
          <a:p>
            <a:br>
              <a:rPr sz="1400" dirty="0"/>
            </a:br>
            <a:r>
              <a:rPr sz="1400" dirty="0"/>
              <a:t>• 1. Public Storefront (sals3.com): The main shopping site where customers browse and buy.</a:t>
            </a:r>
          </a:p>
          <a:p>
            <a:br>
              <a:rPr sz="1400" dirty="0"/>
            </a:br>
            <a:r>
              <a:rPr sz="1400" dirty="0"/>
              <a:t>• 2. Shopee/Lazada Style UX: Intuitive categories, promo banners, and high-converting product grid.</a:t>
            </a:r>
          </a:p>
          <a:p>
            <a:br>
              <a:rPr sz="1400" dirty="0"/>
            </a:br>
            <a:r>
              <a:rPr sz="1400" dirty="0"/>
              <a:t>• 3. Only High-Quality Items: Only products passing our 4.5+ Star &amp; &gt;100 Sales filter appear here.</a:t>
            </a:r>
          </a:p>
          <a:p>
            <a:br>
              <a:rPr sz="1400" dirty="0"/>
            </a:br>
            <a:r>
              <a:rPr sz="1400" dirty="0"/>
              <a:t>• 4. Real-Time Stock Lock: Out-of-stock items automatically hide or disable checkout in real time.</a:t>
            </a:r>
          </a:p>
          <a:p>
            <a:br>
              <a:rPr sz="1400" dirty="0"/>
            </a:br>
            <a:r>
              <a:rPr sz="1400" dirty="0"/>
              <a:t>• 5. Further Discussion: Final UI layout &amp; category structure subject to owner alignment.</a:t>
            </a:r>
          </a:p>
        </p:txBody>
      </p:sp>
      <p:pic>
        <p:nvPicPr>
          <p:cNvPr id="7" name="Picture 6" descr="sals3_customer_website_white_1785491472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6675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PILLAR 2: PRODUCT DETAIL &amp;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Sals3 Product Page &amp; 1-Click Checkout UI Mockup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0872" y="1051560"/>
            <a:ext cx="6739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sz="900" dirty="0"/>
              <a:t>💡 DISCLAIMER: This UI mockup, visual layout, and payment options are sample representations for demonstration only. All detailed functionalities, payment gateways, and business logic will undergo further alignment discussion with Sals3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rPr sz="1100" dirty="0"/>
              <a:t>💳 WHAT HAPPENS ON THIS SCREEN:</a:t>
            </a:r>
          </a:p>
          <a:p>
            <a:br>
              <a:rPr sz="1400" dirty="0"/>
            </a:br>
            <a:r>
              <a:rPr sz="1400" dirty="0"/>
              <a:t>• 1. Product Collateral: Photo gallery, size/color selectors, and verified buyer photo reviews.</a:t>
            </a:r>
          </a:p>
          <a:p>
            <a:br>
              <a:rPr sz="1400" dirty="0"/>
            </a:br>
            <a:r>
              <a:rPr sz="1400" dirty="0"/>
              <a:t>• 2. Payment Options (Sample Mockup): Buy button showing sample payment options (</a:t>
            </a:r>
            <a:r>
              <a:rPr sz="1400" dirty="0" err="1"/>
              <a:t>GCash</a:t>
            </a:r>
            <a:r>
              <a:rPr sz="1400" dirty="0"/>
              <a:t>/Cards).</a:t>
            </a:r>
          </a:p>
          <a:p>
            <a:br>
              <a:rPr sz="1400" dirty="0"/>
            </a:br>
            <a:r>
              <a:rPr sz="1400" dirty="0"/>
              <a:t>• 3. Dynamic Shipping Calculator: Auto-calculates courier delivery fees based on address.</a:t>
            </a:r>
          </a:p>
          <a:p>
            <a:br>
              <a:rPr sz="1400" dirty="0"/>
            </a:br>
            <a:r>
              <a:rPr sz="1400" dirty="0"/>
              <a:t>• 4. Auto Receipt: Triggers instant email/SMS confirmation and enters order into database.</a:t>
            </a:r>
          </a:p>
          <a:p>
            <a:br>
              <a:rPr sz="1400" dirty="0"/>
            </a:br>
            <a:r>
              <a:rPr sz="1400" dirty="0"/>
              <a:t>• 5. Further Discussion: Payment gateway partners &amp; checkout logic to be aligned with owner.</a:t>
            </a:r>
          </a:p>
        </p:txBody>
      </p:sp>
      <p:pic>
        <p:nvPicPr>
          <p:cNvPr id="7" name="Picture 6" descr="sals3_customer_checkout_white_1785491485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6675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PILLAR 3: SELLER PORTAL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Main Seller Center Dashboard (Where Sellers Work)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sz="900" dirty="0"/>
              <a:t>💡 DISCLAIMER: This UI mockup, visual layout, and payment options are sample representations for demonstration only. All detailed functionalities, payment gateways, and business logic will undergo further alignment discussion with Sals3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rPr sz="1100" dirty="0"/>
              <a:t>⚙️ WHAT HAPPENS ON THIS SCREEN:</a:t>
            </a:r>
          </a:p>
          <a:p>
            <a:br>
              <a:rPr sz="1400" dirty="0"/>
            </a:br>
            <a:r>
              <a:rPr sz="1400" dirty="0"/>
              <a:t>• 1. Seller Command Center: Private portal for</a:t>
            </a:r>
            <a:r>
              <a:rPr lang="en-PH" sz="1400" dirty="0"/>
              <a:t> our product listers</a:t>
            </a:r>
            <a:br>
              <a:rPr lang="en-PH" sz="1400" dirty="0"/>
            </a:br>
            <a:br>
              <a:rPr sz="1400" dirty="0"/>
            </a:br>
            <a:r>
              <a:rPr sz="1400" dirty="0"/>
              <a:t>• 2. Top Action KPI Bar: Real-time counters for To-Process Orders, Processed Shipments, &amp; Returns.</a:t>
            </a:r>
          </a:p>
          <a:p>
            <a:br>
              <a:rPr sz="1400" dirty="0"/>
            </a:br>
            <a:r>
              <a:rPr sz="1400" dirty="0"/>
              <a:t>• 3. Business Insights: Live sales analytics (GMV), visitor traffic, conversion %, and net profit.</a:t>
            </a:r>
          </a:p>
          <a:p>
            <a:br>
              <a:rPr sz="1400" dirty="0"/>
            </a:br>
            <a:r>
              <a:rPr sz="1400" dirty="0"/>
              <a:t>• 4. Shop Health Audit: Monitors seller shipping SLA compliance and customer chat response rate.</a:t>
            </a:r>
          </a:p>
          <a:p>
            <a:br>
              <a:rPr sz="1400" dirty="0"/>
            </a:br>
            <a:r>
              <a:rPr sz="1400" dirty="0"/>
              <a:t>• 5. Further Discussion: Specific analytics widgets &amp; dashboard metrics to be finalized with owner.</a:t>
            </a:r>
          </a:p>
        </p:txBody>
      </p:sp>
      <p:pic>
        <p:nvPicPr>
          <p:cNvPr id="7" name="Picture 6" descr="sals3_seller_dashboard_white_17854912809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6675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PILLAR 3: SELLER PORTAL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Order Management &amp; Auto-Fulfillment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sz="900" dirty="0"/>
              <a:t>💡 DISCLAIMER: This UI mockup, visual layout, and payment options are sample representations for demonstration only. All detailed functionalities, payment gateways, and business logic will undergo further alignment discussion with Sals3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100" dirty="0"/>
              <a:t>📦 WHAT HAPPENS ON THIS SCREEN:</a:t>
            </a:r>
          </a:p>
          <a:p>
            <a:br>
              <a:rPr sz="1400" dirty="0"/>
            </a:br>
            <a:r>
              <a:rPr sz="1400" dirty="0"/>
              <a:t>• 1. Order Lifecycle Tracking: Centralized status tabs (UNPAID -&gt; TO-SHIP -&gt; SHIPPED -&gt; COMPLETED).</a:t>
            </a:r>
          </a:p>
          <a:p>
            <a:br>
              <a:rPr sz="1400" dirty="0"/>
            </a:br>
            <a:r>
              <a:rPr sz="1400" dirty="0"/>
              <a:t>• 2. 1-Click Mass Waybill Print: Prints official 'Sold &amp; Fulfilled by </a:t>
            </a:r>
            <a:r>
              <a:rPr sz="1100" dirty="0"/>
              <a:t>Sals3</a:t>
            </a:r>
            <a:r>
              <a:rPr sz="1400" dirty="0"/>
              <a:t>' shipping labels &amp; slips.</a:t>
            </a:r>
          </a:p>
          <a:p>
            <a:br>
              <a:rPr sz="1400" dirty="0"/>
            </a:br>
            <a:r>
              <a:rPr sz="1400" dirty="0"/>
              <a:t>• 3. Auto CJ API PO Trigger: Automatically orders item from CJ </a:t>
            </a:r>
            <a:r>
              <a:rPr sz="1400" dirty="0" err="1"/>
              <a:t>Dropshipping</a:t>
            </a:r>
            <a:r>
              <a:rPr sz="1400" dirty="0"/>
              <a:t> via API with 1 click.</a:t>
            </a:r>
          </a:p>
          <a:p>
            <a:br>
              <a:rPr sz="1400" dirty="0"/>
            </a:br>
            <a:r>
              <a:rPr sz="1400" dirty="0"/>
              <a:t>• 4. Live Tracking Sync: Automatically pushes courier tracking ID to customer portal.</a:t>
            </a:r>
          </a:p>
          <a:p>
            <a:br>
              <a:rPr sz="1400" dirty="0"/>
            </a:br>
            <a:r>
              <a:rPr sz="1400" dirty="0"/>
              <a:t>• 5. Further Discussion: Order status rules &amp; cancellation policies to be aligned with owner.</a:t>
            </a:r>
          </a:p>
        </p:txBody>
      </p:sp>
      <p:pic>
        <p:nvPicPr>
          <p:cNvPr id="7" name="Picture 6" descr="sals3_order_management_white_1785491294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6675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PILLAR 3: SELLER PORTAL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 Management &amp; Bulk SKU Upload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sz="900" dirty="0"/>
              <a:t>💡 DISCLAIMER: This UI mockup, visual layout, and payment options are sample representations for demonstration only. All detailed functionalities, payment gateways, and business logic will undergo further alignment discussion with Sals3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rPr sz="1100" dirty="0"/>
              <a:t>📝 WHAT HAPPENS ON THIS SCREEN:</a:t>
            </a:r>
          </a:p>
          <a:p>
            <a:br>
              <a:rPr sz="1400" dirty="0"/>
            </a:br>
            <a:r>
              <a:rPr sz="1400" dirty="0"/>
              <a:t>• 1. Catalog Grid View: Manage published products, prices, stock levels, and quality badges.</a:t>
            </a:r>
          </a:p>
          <a:p>
            <a:br>
              <a:rPr sz="1400" dirty="0"/>
            </a:br>
            <a:r>
              <a:rPr sz="1400" dirty="0"/>
              <a:t>• 2. Bulk SKU Excel Import: Direct upload workbook for local brand sellers holding warehouse stock.</a:t>
            </a:r>
          </a:p>
          <a:p>
            <a:br>
              <a:rPr sz="1400" dirty="0"/>
            </a:br>
            <a:r>
              <a:rPr sz="1400" dirty="0"/>
              <a:t>• 3. Multi-Variation Matrix: Easily configure size, color, weight, and price per variation.</a:t>
            </a:r>
          </a:p>
          <a:p>
            <a:br>
              <a:rPr sz="1400" dirty="0"/>
            </a:br>
            <a:r>
              <a:rPr sz="1400" dirty="0"/>
              <a:t>• 4. Quality Gate Status: Displays 4.5+ star rating score and flags low-performing items.</a:t>
            </a:r>
          </a:p>
          <a:p>
            <a:br>
              <a:rPr sz="1400" dirty="0"/>
            </a:br>
            <a:r>
              <a:rPr sz="1400" dirty="0"/>
              <a:t>• 5. Further Discussion: Product categories &amp; bulk import template logic to be aligned with owner.</a:t>
            </a:r>
          </a:p>
        </p:txBody>
      </p:sp>
      <p:pic>
        <p:nvPicPr>
          <p:cNvPr id="7" name="Picture 6" descr="sals3_product_management_white_1785491307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6675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PILLAR 3: SELLER PORTAL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Finance &amp; Net Margin Payout Ledger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rPr sz="900" dirty="0"/>
              <a:t>💡 DISCLAIMER: This UI mockup, visual layout, and payment options are sample representations for demonstration only. All detailed functionalities, payment gateways, and business logic will undergo further alignment discussion with Sals3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rPr sz="1100" dirty="0"/>
              <a:t>💰 WHAT HAPPENS ON THIS SCREEN:</a:t>
            </a:r>
          </a:p>
          <a:p>
            <a:br>
              <a:rPr sz="1400" dirty="0"/>
            </a:br>
            <a:r>
              <a:rPr sz="1400" dirty="0"/>
              <a:t>• 1. Dynamic Margin Ledger: Automatically calculates Net Payout = Selling Price - Supplier Cost - Sals3 Fee.</a:t>
            </a:r>
          </a:p>
          <a:p>
            <a:br>
              <a:rPr sz="1400" dirty="0"/>
            </a:br>
            <a:r>
              <a:rPr sz="1400" dirty="0"/>
              <a:t>• 2. Automated Bank Withdrawal: Sellers securely request payout deposits to bank accounts or e-wallets.</a:t>
            </a:r>
          </a:p>
          <a:p>
            <a:br>
              <a:rPr sz="1400" dirty="0"/>
            </a:br>
            <a:r>
              <a:rPr sz="1400" dirty="0"/>
              <a:t>• </a:t>
            </a:r>
            <a:r>
              <a:rPr lang="en-PH" sz="1400" dirty="0"/>
              <a:t>3</a:t>
            </a:r>
            <a:r>
              <a:rPr sz="1400" dirty="0"/>
              <a:t>. Full Audit Transparency: Detailed financial breakdown per order.</a:t>
            </a:r>
          </a:p>
          <a:p>
            <a:br>
              <a:rPr sz="1400" dirty="0"/>
            </a:br>
            <a:r>
              <a:rPr sz="1400" dirty="0"/>
              <a:t>• </a:t>
            </a:r>
            <a:r>
              <a:rPr lang="en-PH" sz="1400" dirty="0"/>
              <a:t>4</a:t>
            </a:r>
            <a:r>
              <a:rPr sz="1400" dirty="0"/>
              <a:t>. Further Discussion: Platform commission rates &amp; payout schedule rules to be aligned with owner.</a:t>
            </a:r>
          </a:p>
        </p:txBody>
      </p:sp>
      <p:pic>
        <p:nvPicPr>
          <p:cNvPr id="7" name="Picture 6" descr="sals3_finance_payout_white_1785491320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6675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3 TO 4-MONTH TRANSITION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Cutover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🚀 Month 1: Shopify Launch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Launch temporary Shopify Storefront for 30 days to generate immediate cash flow and test CJ demand. Database schema &amp; Quality Gate built in parallel.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🏗️ Months 2–3: Custom Build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Develop custom B2C Customer Website (Shopee/Lazada style) and Enterprise Sals3 Seller Center in parallel.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4023360"/>
            <a:ext cx="5120640" cy="21031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rPr dirty="0"/>
              <a:t>⚡ Month </a:t>
            </a:r>
            <a:r>
              <a:rPr lang="en-PH" dirty="0"/>
              <a:t>3-5</a:t>
            </a:r>
            <a:r>
              <a:rPr dirty="0"/>
              <a:t>: Zero-Downtime Cutover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Perform QA load testing, migrate Shopify customer &amp; SKU CSV records, and execute zero-downtime DNS cutover to sals3.com.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1424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Louienell Gonzales</cp:lastModifiedBy>
  <cp:revision>4</cp:revision>
  <dcterms:created xsi:type="dcterms:W3CDTF">2013-01-27T09:14:16Z</dcterms:created>
  <dcterms:modified xsi:type="dcterms:W3CDTF">2026-07-31T10:15:32Z</dcterms:modified>
  <cp:category/>
</cp:coreProperties>
</file>