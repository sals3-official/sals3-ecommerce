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7280" y="621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Sals3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2057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Profile Framework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2788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 "Customers" module replacing Inventory | one record per buyer who ordered | linked to Orders | feeds the Item Problem Return &amp; Refund SOP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85800" y="3429000"/>
            <a:ext cx="2834640" cy="73152"/>
          </a:xfrm>
          <a:prstGeom prst="rect">
            <a:avLst/>
          </a:prstGeom>
          <a:solidFill>
            <a:srgbClr val="1F6E9E"/>
          </a:solidFill>
          <a:ln w="12700">
            <a:solidFill>
              <a:srgbClr val="1F6E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57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guide: data model, recording logic, metrics, UI, and build order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035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date: 09 Sep 2026  |  Based on ADR-005, ADR-007, ADR-009, ADR-018 and the Item Problem Return &amp; Refund SOP (v. 09 Sep 2026)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Sals3 Customer Profile Framework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47472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 Customers Module, and What It Replaces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371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SOP tells support to decide with customer context. Today the portal has nowhere to look that context up.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" y="6537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framework draft for engineering. Not final UI copy.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1129284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65760" y="1783080"/>
            <a:ext cx="557784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1920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today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240280"/>
            <a:ext cx="5212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buyer is only an email and a Firebase uid stamped on each order. No record ties their orders together.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SOP asks for total orders, claim rate, refunds, cancellations and flags per customer. None of these are stored or computed anywhere.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decisions would be made per claim in isolation, exactly what the SOP says not to do.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Inventory nav item is a design stub on mock data with no database behind it. Sals3 holds no stock (CJ-only fulfillment), so it has nothing to show.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63640" y="1783080"/>
            <a:ext cx="557784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46520" y="1920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2240280"/>
            <a:ext cx="5212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Inventory with Customers in the portal sidebar.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customer record per buyer who has placed at least one paid order.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page shows the SOP Customer Claim Profile View fields, computed from real orders, claims, refunds and cancellations.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Two-way link: customer page lists their orders and parcels; every order detail links back to the customer.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claim decision workflow reads the profile and stores a snapshot of it in the case record.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709160"/>
          <a:ext cx="1147572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5715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scope (this framework)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 of scope (later or other ADR)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 identity, record creation, backfill of existing orders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Marketing segments, email campaigns, loyalty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Claim, refund and cancellation event tables the profile depends 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Chargeback ingestion from Stripe (ADR-005 owns it, only referenced here)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Metrics, recompute triggers, review-direction logic from the SOP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Buyer-facing "Report Item Problem" UI copy (SOP and legal review own it)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Sals3 Customer Profile Framework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47472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Code Has Today (Baseline for Engineering)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371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in sals3-portal and sals3-ecommerce on 09 Sep 2026. The framework builds on these, it does not replace them.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" y="6537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framework draft for engineering. Not final UI copy.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1129284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11475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160520"/>
                <a:gridCol w="2377440"/>
                <a:gridCol w="33832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Area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state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Where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Consequence for Customers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Buyer identity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buyer_uid (Firebase) plus buyer_email on every order. Some pre-migration rows have null uid.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sals3_orders, checkout_intents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 key = buyer_uid; email is fallback and merge hint only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Buyer name, phone, address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Only inside checkout_intents.address_snapshot (jsonb), frozen per order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orders schema, snapshots.ts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Profile shows latest snapshot; never a separately editable address book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Buyer accounts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Storefront auth is Firebase Identity Toolkit + 24h session cookie. No local user table.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ADR-009, sals3-ecommerce src/lib/auth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Customers table is created from orders, not from sign-ups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Orders read model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One row per parcel (fulfillment_group); seller-scoped; buyer masked, reveal gated by order:fulfill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src/modules/orders, ParcelBuyerCard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Reuse masking + reveal pattern; do not invent a second one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Claims, refunds, cancellations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tables. Only payment_status enum PAID / REFUNDED / DISPUTED on the order.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orders.ts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Event tables must be added before any claim-rate metric is real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 display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Fulfilment risk shown as counted facts, deliberately no score or percentage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ParcelRiskFacts.tsx, contracts.ts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Show customer counts the same way; derive the review lane server-side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Inventory nav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Solo group, /inventory, permission inventory:read, mock-data workspace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navigation.ts, InventoryWorkspace.tsx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Safe to replace; nothing depends on it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Internal APIs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/api/internal/** are CRON_SECRET-gated and must call their own module (tested)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internal-routes test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Recompute cron follows the same rule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Sals3 Customer Profile Framework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47472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Sidebar and Permission Change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371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takes the Inventory slot: a solo group, one flat link, same rail position between Orders and Money.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" y="6537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framework draft for engineering. Not final UI copy.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1129284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114757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657600"/>
                <a:gridCol w="5166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Item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Before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After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Nav group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Inventory (solo) -&gt; /inventory, icon boxes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Customers (solo) -&gt; /customers, new icon name "users" in NavIconName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Description (hover)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"Every buyer who has ordered. Their orders, claims, refunds and the review direction the SOP needs."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Permission to view list and masked profile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inventory:read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customer:read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Permission to reveal full name, phone, address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order:fulfill (for parcels)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customer:reveal, granted to the same roles that hold order:fulfill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Permission to add note or flag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inventory:adjust (unused)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customer:note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Route file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src/app/(portal)/inventory/page.tsx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src/app/(portal)/customers/page.tsx and /customers/[customerId]/page.tsx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Old permissions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inventory:read, inventory:adjust in PORTAL_PERMISSIONS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Remove with the Inventory page; nothing else references them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61772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2103120"/>
                <a:gridCol w="1371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customer:read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customer:reveal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customer:note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seller_manager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seller_staff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follows order:fulfill for this role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catalogue_reviewer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viewer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 (masked only)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7589520" y="4617720"/>
            <a:ext cx="425196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772400" y="47548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7772400" y="507492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Hiding a link is never the authorization check. Every /customers route calls requirePermission first, same as Orders.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 filtering stays in (portal)/layout.tsx via can(role, permission).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Sals3 Customer Profile Framework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47472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Model Map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371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tables in white. New tables in navy. The customer is the hub; every event table points at it and at an order line.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" y="6537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framework draft for engineering. Not final UI copy.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1129284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23774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checkout_intents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address_snapshot, buyer_uid, buyer_email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23774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sals3_orders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order_number, buyer_uid, buyer_email, amount_minor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4023360"/>
            <a:ext cx="23774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023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sals3_order_lines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product, variant, qty, unit_amount_minor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5120640"/>
            <a:ext cx="23774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120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fulfillment_groups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parcel, tracking, carrier_delivered_at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3063240"/>
            <a:ext cx="2743200" cy="1051560"/>
          </a:xfrm>
          <a:prstGeom prst="roundRect">
            <a:avLst>
              <a:gd name="adj" fmla="val 4348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306324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 (new)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id, buyer_uid, primary_email, first_order_at, last_order_at, status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54880" y="4663440"/>
            <a:ext cx="2743200" cy="868680"/>
          </a:xfrm>
          <a:prstGeom prst="roundRect">
            <a:avLst>
              <a:gd name="adj" fmla="val 5263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46320" y="4663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customer_profile_snapshots  (new)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customer_id, as_of, metrics jsonb, review_lane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326880" y="1783080"/>
            <a:ext cx="2468880" cy="731520"/>
          </a:xfrm>
          <a:prstGeom prst="roundRect">
            <a:avLst>
              <a:gd name="adj" fmla="val 6250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41832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customer_claims  (new)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item-problem cases, per order line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326880" y="2743200"/>
            <a:ext cx="2468880" cy="731520"/>
          </a:xfrm>
          <a:prstGeom prst="roundRect">
            <a:avLst>
              <a:gd name="adj" fmla="val 6250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41832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customer_refunds  (new)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 moved, per decision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326880" y="3703320"/>
            <a:ext cx="2468880" cy="731520"/>
          </a:xfrm>
          <a:prstGeom prst="roundRect">
            <a:avLst>
              <a:gd name="adj" fmla="val 6250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418320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customer_cancellations  (new)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pre-fulfillment cancels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326880" y="4663440"/>
            <a:ext cx="2468880" cy="731520"/>
          </a:xfrm>
          <a:prstGeom prst="roundRect">
            <a:avLst>
              <a:gd name="adj" fmla="val 6250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418320" y="46634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customer_flags_notes  (new)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flags, staff notes, audit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9326880" y="5623560"/>
            <a:ext cx="2468880" cy="640080"/>
          </a:xfrm>
          <a:prstGeom prst="roundRect">
            <a:avLst>
              <a:gd name="adj" fmla="val 7143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418320" y="5623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customer_reveal_audit  (new)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revealed PII and when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834640" y="3291840"/>
            <a:ext cx="1920240" cy="228600"/>
          </a:xfrm>
          <a:prstGeom prst="line">
            <a:avLst/>
          </a:prstGeom>
          <a:noFill/>
          <a:ln w="15875">
            <a:solidFill>
              <a:srgbClr val="0A5C8A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2834640" y="2194560"/>
            <a:ext cx="1920240" cy="1097280"/>
          </a:xfrm>
          <a:prstGeom prst="line">
            <a:avLst/>
          </a:prstGeom>
          <a:noFill/>
          <a:ln w="15875">
            <a:solidFill>
              <a:srgbClr val="0A5C8A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 flipV="1">
            <a:off x="2834640" y="3749040"/>
            <a:ext cx="1920240" cy="640080"/>
          </a:xfrm>
          <a:prstGeom prst="line">
            <a:avLst/>
          </a:prstGeom>
          <a:noFill/>
          <a:ln w="15875">
            <a:solidFill>
              <a:srgbClr val="0A5C8A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 flipV="1">
            <a:off x="2834640" y="3931920"/>
            <a:ext cx="1920240" cy="1554480"/>
          </a:xfrm>
          <a:prstGeom prst="line">
            <a:avLst/>
          </a:prstGeom>
          <a:noFill/>
          <a:ln w="15875">
            <a:solidFill>
              <a:srgbClr val="0A5C8A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6126480" y="4114800"/>
            <a:ext cx="0" cy="548640"/>
          </a:xfrm>
          <a:prstGeom prst="line">
            <a:avLst/>
          </a:prstGeom>
          <a:noFill/>
          <a:ln w="15875">
            <a:solidFill>
              <a:srgbClr val="0A5C8A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 flipH="1">
            <a:off x="7498080" y="2423160"/>
            <a:ext cx="1828800" cy="868680"/>
          </a:xfrm>
          <a:prstGeom prst="line">
            <a:avLst/>
          </a:prstGeom>
          <a:noFill/>
          <a:ln w="15875">
            <a:solidFill>
              <a:srgbClr val="0A5C8A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 flipH="1">
            <a:off x="7498080" y="3108960"/>
            <a:ext cx="1828800" cy="365760"/>
          </a:xfrm>
          <a:prstGeom prst="line">
            <a:avLst/>
          </a:prstGeom>
          <a:noFill/>
          <a:ln w="15875">
            <a:solidFill>
              <a:srgbClr val="0A5C8A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 flipH="1" flipV="1">
            <a:off x="7498080" y="3657600"/>
            <a:ext cx="1828800" cy="411480"/>
          </a:xfrm>
          <a:prstGeom prst="line">
            <a:avLst/>
          </a:prstGeom>
          <a:noFill/>
          <a:ln w="15875">
            <a:solidFill>
              <a:srgbClr val="0A5C8A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 flipH="1" flipV="1">
            <a:off x="7498080" y="3931920"/>
            <a:ext cx="1828800" cy="1097280"/>
          </a:xfrm>
          <a:prstGeom prst="line">
            <a:avLst/>
          </a:prstGeom>
          <a:noFill/>
          <a:ln w="15875">
            <a:solidFill>
              <a:srgbClr val="0A5C8A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 flipH="1" flipV="1">
            <a:off x="7498080" y="4069080"/>
            <a:ext cx="1828800" cy="1874520"/>
          </a:xfrm>
          <a:prstGeom prst="line">
            <a:avLst/>
          </a:prstGeom>
          <a:noFill/>
          <a:ln w="15875">
            <a:solidFill>
              <a:srgbClr val="0A5C8A"/>
            </a:solidFill>
            <a:prstDash val="solid"/>
            <a:tailEnd type="triangle"/>
          </a:ln>
        </p:spPr>
      </p:sp>
      <p:sp>
        <p:nvSpPr>
          <p:cNvPr id="42" name="Text 39"/>
          <p:cNvSpPr txBox="1"/>
          <p:nvPr/>
        </p:nvSpPr>
        <p:spPr>
          <a:xfrm>
            <a:off x="292608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A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Upsert on order accept: key buyer_uid, fallback email</a:t>
            </a:r>
            <a:endParaRPr lang="en-US" sz="750" dirty="0"/>
          </a:p>
        </p:txBody>
      </p:sp>
      <p:sp>
        <p:nvSpPr>
          <p:cNvPr id="43" name="Text 40"/>
          <p:cNvSpPr txBox="1"/>
          <p:nvPr/>
        </p:nvSpPr>
        <p:spPr>
          <a:xfrm>
            <a:off x="6263640" y="4160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A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Recompute after every event; store as_of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758952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A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event row carries customer_id + order_id, plus order_line_id where it applies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457200" y="5989320"/>
            <a:ext cx="7040880" cy="365760"/>
          </a:xfrm>
          <a:prstGeom prst="roundRect">
            <a:avLst>
              <a:gd name="adj" fmla="val 15000"/>
            </a:avLst>
          </a:prstGeom>
          <a:solidFill>
            <a:srgbClr val="1F6E9E"/>
          </a:solidFill>
          <a:ln w="12700">
            <a:solidFill>
              <a:srgbClr val="1F6E9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57200" y="59893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 stay the source of truth for money and delivery. Customer metrics are derived, never hand-edited.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Sals3 Customer Profile Framework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47472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Table: customers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371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buyer who has at least one accepted (paid) order. Created by the system, never by a form.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" y="6537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framework draft for engineering. Not final UI copy.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1129284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11475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67208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Column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 / source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uuid pk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defaultRandom, same convention as sals3_orders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buyer_uid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text, unique, nullable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Firebase uid from the order. Null only for legacy orders that never got a uid after migrate-buyer-uid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primary_email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text, not null, lowercase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Email on the most recent order. Unique index only where buyer_uid is null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display_name_masked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text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maskName(address_snapshot.fullName) of latest order, same helper the parcel card uses. Full name is never stored here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latest_address_snapshot_ref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uuid -&gt; checkout_intents.id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Pointer, not a copy. Reveal reads the snapshot behind customer:reveal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countries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text[]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destination_country values across the buyer's fulfillment_groups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first_order_at, last_order_at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timestamptz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min / max of sals3_orders.created_at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enum: active | watch | restricted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by default. watch and restricted are set only by a staff action with a note; never by a metric alone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merged_into_customer_id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uuid, nullable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Set when two records are merged (same person, uid + legacy email). Reads follow the pointer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created_at, updated_at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timestamptz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standard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65760" y="5806440"/>
            <a:ext cx="5577840" cy="365760"/>
          </a:xfrm>
          <a:prstGeom prst="roundRect">
            <a:avLst>
              <a:gd name="adj" fmla="val 15000"/>
            </a:avLst>
          </a:prstGeom>
          <a:solidFill>
            <a:srgbClr val="1F6E9E"/>
          </a:solidFill>
          <a:ln w="12700">
            <a:solidFill>
              <a:srgbClr val="1F6E9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65760" y="58064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Indexes: buyer_uid unique; lower(primary_email); last_order_at desc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263640" y="5806440"/>
            <a:ext cx="5577840" cy="365760"/>
          </a:xfrm>
          <a:prstGeom prst="roundRect">
            <a:avLst>
              <a:gd name="adj" fmla="val 15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263640" y="58064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PII columns beyond email. Name, phone, address stay in the order snapshot.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Sals3 Customer Profile Framework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47472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 Tables the Profile Depends On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371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the facts the SOP counts. Each is append-mostly, idempotent, and allocated per order line (ADR-005, ADR-018).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" y="6537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framework draft for engineering. Not final UI copy.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1129284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11475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669280"/>
                <a:gridCol w="1920240"/>
                <a:gridCol w="2057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Table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Key columns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 values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Written by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customer_claims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customer_id, order_id, order_line_id, reason (damaged | wrong_item | missing_parts | defective), filed_at, delivered_at, within_window bool, evidence_refs jsonb, decision (pending | approved_full | approved_partial | declined | escalated), decided_by_level (agent | supervisor | c_level), decision_amount_minor, profile_snapshot_id, cj_dispute_id, cj_recovery_result, policy_version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pending -&gt; escalated? -&gt; approved_* | declined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Storefront "Report Item Problem" intake creates; portal decision action updates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customer_refunds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customer_id, order_id, order_line_id, claim_id (nullable for cancellation refunds), amount_minor, currency, kind (full | partial), stripe_refund_id, idempotency_key, status (requested | posted | failed), posted_at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requested -&gt; posted | failed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Refund action (ADR-005 idempotent path)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customer_cancellations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customer_id, order_id, requested_at, cutoff_met bool, outcome (cancelled | too_late | withdrawn), refund_id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cancelled | too_late | withdrawn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Cancellation SOP flow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customer_flags_notes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customer_id, kind (flag | note), flag_code (repeat_reason | address_pattern | suspicious_evidence | chargeback | manual_watch), body, created_by, created_at, cleared_at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open | cleared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Staff action, requires customer:note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customer_reveal_audit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customer_id, revealed_by, scope (name | phone | address), context (order_id or claim_id), at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Reveal server action, automatically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65760" y="4206240"/>
            <a:ext cx="11475720" cy="365760"/>
          </a:xfrm>
          <a:prstGeom prst="roundRect">
            <a:avLst>
              <a:gd name="adj" fmla="val 15000"/>
            </a:avLst>
          </a:prstGeom>
          <a:solidFill>
            <a:srgbClr val="1F6E9E"/>
          </a:solidFill>
          <a:ln w="12700">
            <a:solidFill>
              <a:srgbClr val="1F6E9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65760" y="4206240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reasons are exactly the four SOP categories. Safety or hazard is a sub-flag on defective (safety_concern bool), not a fifth reason.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Sals3 Customer Profile Framework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47472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 and Linking Logic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371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customer record comes to exist and how orders attach to it. This runs inside the order-accept path, in the same transaction.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" y="6537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framework draft for engineering. Not final UI copy.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1129284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11475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394960"/>
                <a:gridCol w="44348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Logic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 Order accepted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acceptCheckoutOrder() commits sals3_orders. Immediately after, call customersModule.attachOrder(order).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Hook point: src/app/api/storefront/checkout/orders/accept -&gt; modules/orders accept path. Add one call, do not duplicate order logic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 Find by uid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If order.buyer_uid is set: select customers where buyer_uid = order.buyer_uid.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Preferred key. Firebase uid is stable across email changes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 Fallback by email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If no uid match: select customers where lower(primary_email) = lower(order.buyer_email) and buyer_uid is null.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Handles legacy rows. If found and order has a uid, set buyer_uid on that record (adopt)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 Create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If still none: insert customers with buyer_uid, primary_email, first_order_at = now.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Idempotent on (buyer_uid) or (email where uid null); repeat webhook must not create twice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 Update basics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Set last_order_at, primary_email (if changed), display_name_masked, latest_address_snapshot_ref, countries.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Cheap columns only. Heavy metrics are step 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 Recompute snapshot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Enqueue recompute for customer_id (see slide 10).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Outbox pattern already exists: dispatchOutbox in the accept route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7. Backfill (one-off)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Script over all sals3_orders ordered by created_at applying steps 2-6. Report count created, adopted, ambiguous.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Lives with migrate-buyer-uid.ts and repair-buyer-identity.ts. Run once per environment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Merge rule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Same person with uid record and a legacy email record: staff action merges legacy into uid record, sets merged_into_customer_id, moves event rows.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Requires customer:note. Reads always follow the pointer so history is never lost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65760" y="4892040"/>
            <a:ext cx="11475720" cy="365760"/>
          </a:xfrm>
          <a:prstGeom prst="roundRect">
            <a:avLst>
              <a:gd name="adj" fmla="val 15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65760" y="4892040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 checkout does not exist today (storefront requires sign-in). If it is ever added, email becomes the only key and this table must gain a verified_email flag first.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Sals3 Customer Profile Framework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47472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Profile Metrics: Definition and Formula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371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Exactly the fields of the SOP Customer Claim Profile View (slide 5), each traced to a query so engineering and support read the same number.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" y="6537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framework draft for engineering. Not final UI copy.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1129284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11475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029200"/>
                <a:gridCol w="2103120"/>
                <a:gridCol w="2057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SOP field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Formula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 tables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Shown as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orders placed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count(sals3_orders where customer_id)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sals3_orders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count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sum(amount_minor) grouped by currency, plus USD equivalent at order FX rate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sals3_orders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money, per currency + USD eq.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Successful deliveries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count(distinct order_id) where every fulfillment_group has carrier_delivered_at not null and no open claim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fulfillment_groups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count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 item-problem claims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count(customer_claims)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customer_claims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count, by reason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Approved refunds / declined claims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count(decision in approved_full, approved_partial) / count(decision = declined)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customer_claims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two counts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 cancellations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count(customer_cancellations where outcome = cancelled)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customer_cancellations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count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refunded amount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sum(customer_refunds.amount_minor where status = posted)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customer_refunds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money + % of lifetime value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Claim rate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claims / delivered orders (denominator = successful deliveries + orders with a claim). Null until 3 delivered orders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derived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percent, with the two counts beside it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Last claim date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max(customer_claims.filed_at)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customer_claims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date + days ago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Repeated reason pattern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true when the same reason appears on 2+ claims within 180 days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customer_claims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flag chip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High-risk flags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open rows in customer_flags_notes where kind = flag; plus payment_status = DISPUTED on any order (chargeback)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customer_flags_notes, sals3_orders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chips with code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65760" y="5943600"/>
            <a:ext cx="11475720" cy="365760"/>
          </a:xfrm>
          <a:prstGeom prst="roundRect">
            <a:avLst>
              <a:gd name="adj" fmla="val 15000"/>
            </a:avLst>
          </a:prstGeom>
          <a:solidFill>
            <a:srgbClr val="1F6E9E"/>
          </a:solidFill>
          <a:ln w="12700">
            <a:solidFill>
              <a:srgbClr val="1F6E9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65760" y="5943600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Counts are shown as counts. Claim rate appears only once the customer has 3 delivered orders, so one claim on one order never reads as 100%.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Sals3 Customer Profile Framework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47472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the Profile Is Recomputed, and Why It Is Snapshotted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371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live in customer_profile_snapshots. Recompute is event-driven with a nightly reconcile, and every claim decision freezes the version it used.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" y="6537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framework draft for engineering. Not final UI copy.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1129284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11475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58064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Trigger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changes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Mechanism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accepted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orders, value, last_order_at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attachOrder() then outbox event customer.recompute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Parcel delivered (status sync)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successful deliveries, claim rate denominator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existing /api/internal/orders/status-sync emits customer.recompute when carrier_delivered_at is set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Claim filed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claims, last claim date, repeated reason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claim intake writes the row then recompute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Claim decided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approved / declined counts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 action writes then recompute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Refund posted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refunded, refund % of value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refund action on status = posted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Cancellation recorded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cancellations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cancellation flow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Flag added or cleared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flags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note action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Nightly reconcile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everything, for customers touched in last 48h plus a rolling 5% sample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 /api/internal/customers/recompute, CRON_SECRET bearer, delegates to modules/customers/recompute.ts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65760" y="4617720"/>
            <a:ext cx="557784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4754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 rule for claims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0749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a claim is opened, the current snapshot id is written to customer_claims.profile_snapshot_id.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SOP case record requires a "customer profile snapshot". This is it: the decision can always be re-read against the numbers the approver saw.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Snapshots are never updated in place; recompute inserts a new as_of row and the customer row points at the latest.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263640" y="4617720"/>
            <a:ext cx="557784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46520" y="4754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 of metrics jsonb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446520" y="50749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 {count, valueMinorByCurrency, valueUsdEq}, deliveries {count}, claims {count, byReason, approved, declined, lastFiledAt, repeatedReason}, refunds {totalMinorByCurrency, pctOfValue}, cancellations {count}, flags [codes], claimRate (nullable), reviewLane, computedAt.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with metrics_version int so a formula change never silently rewrites history.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Sals3 Customer Profile Framework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47472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Review-Direction Logic (from SOP Customer Profile Rules)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371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lane is computed server-side and stored on the snapshot. Rules evaluate top to bottom; the first match sets the floor, later rules can only raise it.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" y="6537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framework draft for engineering. Not final UI copy.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1129284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114757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486400"/>
                <a:gridCol w="2011680"/>
                <a:gridCol w="3429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Condition (from snapshot)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Lane set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SOP slide 8 row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Any open flag with code chargeback, suspicious_evidence, or status = restricted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escalated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High-risk flags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Declined or suspicious claim in last 180 days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escalated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 declined/suspicious claim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refunds.pctOfValue &gt; 30%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escalated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refunded over 30% of lifetime value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claimRate &gt; 20% (only when claimRate is not null)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escalated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Claim rate over 20%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claimRate between 10% and 20%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Claim rate 10%-20%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orders.count = 1 (first order)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agent_up_to_15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New customer / first order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deliveries.count &gt;= 3 and (claimRate &lt; 10% or null) and no flag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agent_up_to_25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3+ deliveries, claim rate under 10%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default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 of the above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 review lane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65760" y="4663440"/>
            <a:ext cx="557784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4800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lane is used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12064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claim decision screen shows the lane and the SOP amount tiers together. Item value tier (slide 6 of the SOP) and category risk (slide 9) can raise the lane further; they never lower it.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lane names who may decide, not what to decide. Approval still requires a human decision with amount, reason, approver level and evidence.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263640" y="4663440"/>
            <a:ext cx="5577840" cy="1645920"/>
          </a:xfrm>
          <a:prstGeom prst="roundRect">
            <a:avLst>
              <a:gd name="adj" fmla="val 2778"/>
            </a:avLst>
          </a:prstGeom>
          <a:solidFill>
            <a:srgbClr val="EEF3F7"/>
          </a:solidFill>
          <a:ln w="9525">
            <a:solidFill>
              <a:srgbClr val="D7DCE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46520" y="4800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lane must not do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446520" y="512064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auto-decline. The SOP says thresholds are review controls, not denial rules.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shown to the buyer, never in storefront APIs, never in emails.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a numeric score. Store the lane name and the rule number that set it, so support can explain it.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Sals3 Customer Profile Framework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47472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Portal UI: Customers List (/customers)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371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layout as Orders: PageHeader, quick filters, table. One row per customer. Names masked until revealed on the detail page.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" y="6537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framework draft for engineering. Not final UI copy.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1129284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7498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931920"/>
                <a:gridCol w="2103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Column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Content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Sort / filter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Masked name, primary_email domain only (b***@gmail.com), countries chips, first order month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search by email (exact or prefix), uid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count, total value (USD eq.)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sort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successful deliveries count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sort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Claims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count, with reason chips; claim rate shown only when not null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filter: has claims, repeated reason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Refunded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total, % of value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sort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Lane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/ manual / escalated chip, rule number on hover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filter by lane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Flags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open flag codes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filter: flagged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Last activity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last order or last claim date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default sort desc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Actions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Open profile; Open latest order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8092440" y="1783080"/>
            <a:ext cx="374904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7532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filters (tabs)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75320" y="22402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| Escalated | Manual review | Flagged | With open claims | New (first order in last 30 days)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Counts in tabs come from a real query, same rule as the sidebar badges: no figure, no badge.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092440" y="4114800"/>
            <a:ext cx="374904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75320" y="4251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275320" y="4572000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src/app/(portal)/customers/page.tsx (server component, requirePermission("customer:read"), readOrUnavailable)</a:t>
            </a:r>
            <a:endParaRPr lang="en-US" sz="8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src/app/(portal)/customers/loading.tsx</a:t>
            </a:r>
            <a:endParaRPr lang="en-US" sz="8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src/components/seller-center/customers/CustomersTable.tsx, CustomerLaneChip.tsx</a:t>
            </a:r>
            <a:endParaRPr lang="en-US" sz="8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src/modules/customers/read-model.ts listCustomers(sellerId, filters)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Sals3 Customer Profile Framework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47472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Portal UI: Customer Profile and the Two-Way Link With Orders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371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profile is the SOP Customer Claim Profile View made visible, with the customer's orders underneath.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" y="6537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framework draft for engineering. Not final UI copy.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1129284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65760" y="1783080"/>
            <a:ext cx="3749040" cy="3840480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240280"/>
            <a:ext cx="3383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Masked name, email, countries, status chip (active / watch / restricted), lane chip with rule number.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button (customer:reveal) shows full name, phone, latest address from the order snapshot and writes customer_reveal_audit.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since, last activity.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 / Flag button (customer:note).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343400" y="1783080"/>
            <a:ext cx="3749040" cy="3840480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2628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tiles (SOP slide 5)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2240280"/>
            <a:ext cx="3383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orders | Total value | Successful deliveries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(by reason) | Approved / Declined | Cancellations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refunded (+ % of value) | Claim rate (or "not yet meaningful") | Last claim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reason and flags as chips under the tiles.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 as_of timestamp in small text, with "Recompute now" for customer:note holders.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321040" y="1783080"/>
            <a:ext cx="3520440" cy="384048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03920" y="1920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2240280"/>
            <a:ext cx="3154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Orders: one row per parcel, same columns as /orders, each row links to /orders/[parcelId].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Claims: reason, line, filed, window met, decision, amount, approver level, CJ recovery.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Refunds and Cancellations: money and outcome rows.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 and flags: timeline, who, when, cleared.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history: from customer_reveal_audit.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65760" y="5852160"/>
            <a:ext cx="5577840" cy="365760"/>
          </a:xfrm>
          <a:prstGeom prst="roundRect">
            <a:avLst>
              <a:gd name="adj" fmla="val 15000"/>
            </a:avLst>
          </a:prstGeom>
          <a:solidFill>
            <a:srgbClr val="1F6E9E"/>
          </a:solidFill>
          <a:ln w="12700">
            <a:solidFill>
              <a:srgbClr val="1F6E9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65760" y="58521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 -&gt; Customers: ParcelBuyerCard gets a "View customer" link to /customers/[id]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263640" y="5852160"/>
            <a:ext cx="5577840" cy="365760"/>
          </a:xfrm>
          <a:prstGeom prst="roundRect">
            <a:avLst>
              <a:gd name="adj" fmla="val 15000"/>
            </a:avLst>
          </a:prstGeom>
          <a:solidFill>
            <a:srgbClr val="1F6E9E"/>
          </a:solidFill>
          <a:ln w="12700">
            <a:solidFill>
              <a:srgbClr val="1F6E9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63640" y="58521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-&gt; Orders: Orders tab reuses listParcels filtered by customer_id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Sals3 Customer Profile Framework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47472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 Code Goes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371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Follows the Orders module shape exactly: module owns logic, page stays thin, internal route calls its own module, storefront route is bearer + identity-header gated.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" y="6537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framework draft for engineering. Not final UI copy.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1129284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11475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846320"/>
                <a:gridCol w="52578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Layer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Path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Responsibility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Schema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src/lib/db/schema/customers.ts (+ export in schema/index.ts, drizzle migration)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customers, customer_profile_snapshots, customer_claims, customer_refunds, customer_cancellations, customer_flags_notes, customer_reveal_audit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Module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src/modules/customers/{contracts,repository,read-model,identity,metrics,lane,recompute}.ts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attachOrder, listCustomers, findCustomerDetail, computeMetrics, computeLane, recompute(customerIds)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hook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modules/orders accept path (one call to customers.attachOrder) + status-sync emits recompute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order logic moves; Customers only listens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Pages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src/app/(portal)/customers/page.tsx, [customerId]/page.tsx, loading.tsx, actions.ts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requirePermission; readOrUnavailable; server actions: reveal, addNote, addFlag, clearFlag, mergeCustomer, recomputeNow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Components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src/components/seller-center/customers/*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CustomersTable, CustomerHeader, MetricTiles, LaneChip, ClaimsTab, OrdersTab, FlagsTimeline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Internal API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src/app/api/internal/customers/recompute/route.ts, /backfill/route.ts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CRON_SECRET bearer, force-dynamic, nodejs, no-store; delegates to modules/customers/recompute.ts (satisfies the own-module test)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Storefront API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src/app/api/storefront/claims/route.ts (POST) in portal; storefront page My Orders &gt; item &gt; Report Item Problem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Creates customer_claims for the signed-in buyer only; X-Buyer-Uid must match order.buyer_uid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Nav + auth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src/lib/portal/navigation.ts, src/lib/auth/permissions.ts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Replace Inventory group; add customer:read / reveal / note; drop inventory:*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modules/customers/*.test.ts, internal-routes test, page permission tests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Identity idempotency, metric formulas, lane rules table-driven, reveal audit written, masked by default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Sals3 Customer Profile Framework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47472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Privacy, Masking and Audit Rules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371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customer profile concentrates buyer data that today is spread across orders. These rules keep it no more exposed than it already is.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" y="6537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framework draft for engineering. Not final UI copy.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1129284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65760" y="1783080"/>
            <a:ext cx="557784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1920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Masked by default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240280"/>
            <a:ext cx="5212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and profile header show maskName and email domain only. Full name, phone, address appear only after Reveal, per view, never persisted in the browser.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requires customer:reveal and writes customer_reveal_audit with the order or claim context. No context, no reveal.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customers table itself stores no name, phone or address. It points at the order snapshot.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63640" y="1783080"/>
            <a:ext cx="557784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46520" y="1920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Storefront boundary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2240280"/>
            <a:ext cx="5212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customer metric, lane, flag or note ever leaves the portal. /api/storefront/** returns the buyer's own orders and claims only.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intake validates X-Buyer-Uid against order.buyer_uid before writing.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Buyer-facing wording for claim status comes from the SOP and legal review, not from internal decision codes.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5760" y="4069080"/>
            <a:ext cx="557784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206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and access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52628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files referenced by customer_claims.evidence_refs follow the retention period ADR-018 asks legal to set; the reference stays, the file may be purged.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 are staff-authored PII-adjacent text: customer:note to write, customer:read to see, and every note shows author and time.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 and restrict actions require a note explaining why.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577840" cy="2240280"/>
          </a:xfrm>
          <a:prstGeom prst="roundRect">
            <a:avLst>
              <a:gd name="adj" fmla="val 2041"/>
            </a:avLst>
          </a:prstGeom>
          <a:solidFill>
            <a:srgbClr val="EEF3F7"/>
          </a:solidFill>
          <a:ln w="9525">
            <a:solidFill>
              <a:srgbClr val="D7DCE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46520" y="4206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scope (open decision, see last slide)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446520" y="452628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 are seller-scoped today (listParcels(sellerId)). A customer can buy from several sellers.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Proposed: a seller sees the customer with metrics computed over that seller's orders only. Platform-wide metrics and lane belong to the Admin Portal (ADR-014).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schema supports both: metrics jsonb is computed per scope; store scope = seller_id or "platform" on the snapshot.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Sals3 Customer Profile Framework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47472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Order and Acceptance Checks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371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phase ships on its own and is useful before the next one starts. Checks follow the project completion rules: lint, typecheck, build, tests must pass or be reported as blockers.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" y="6537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framework draft for engineering. Not final UI copy.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1129284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11475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572000"/>
                <a:gridCol w="5440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Phase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Deliverable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Done when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 Nav swap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Customers replaces Inventory in navigation and permissions; empty-state page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Sidebar shows Customers for seller_manager; /inventory returns 404; permission tests updated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 Identity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customers table, attachOrder in accept path, backfill script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Every existing sals3_orders row resolves to exactly one customer; repeat webhook creates no duplicate; report of created / adopted / ambiguous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 Read-only profile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 and detail pages with order-derived metrics only (orders, value, deliveries, countries), masked, reveal + audit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Seller can open a customer from a parcel and see its parcels; reveal writes audit row; viewer role sees masked only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 Event tables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customer_claims, refunds, cancellations, flags_notes + storefront claim intake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buyer can file an item problem from My Orders; row appears on the customer profile; uid mismatch is rejected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 Metrics + lane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metrics.ts, lane.ts, snapshots, recompute outbox + nightly cron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Table-driven tests for every formula and rule on slides 9 and 11; snapshot id written on claim open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 Claim decision UI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 action recording amount, reason, approver level, evidence; refund action idempotent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SOP case record fields all present; refund double-submit posts once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 Admin scope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Platform-wide metrics and lane in Admin Portal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Same module, scope = platform; seller view unchanged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65760" y="4663440"/>
            <a:ext cx="11475720" cy="365760"/>
          </a:xfrm>
          <a:prstGeom prst="roundRect">
            <a:avLst>
              <a:gd name="adj" fmla="val 15000"/>
            </a:avLst>
          </a:prstGeom>
          <a:solidFill>
            <a:srgbClr val="1F6E9E"/>
          </a:solidFill>
          <a:ln w="12700">
            <a:solidFill>
              <a:srgbClr val="1F6E9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65760" y="4663440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Phases 0-2 need no legal input and unblock support immediately. Phases 3-5 depend on the SOP being approved by Ingrid and Robin.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Sals3 Customer Profile Framework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47472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Decisions Before Coding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371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change the schema or the UI materially. Everything else in this deck can proceed under the stated assumption.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" y="6537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framework draft for engineering. Not final UI copy.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1129284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114757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206240"/>
                <a:gridCol w="5029200"/>
                <a:gridCol w="17830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Question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Assumption in this deck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 the seller portal customer view seller-scoped or platform-wide?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Seller-scoped metrics in the portal; platform-wide in Admin Portal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Bogs, Robin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 may reveal full buyer details, and is a reason required?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Same roles as order:fulfill; context (order or claim) required, free-text reason optional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Ingrid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Claim rate denominator: delivered orders or all orders?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Delivered orders plus orders with a claim; null under 3 deliveries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Ingrid, Aj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 chargebacks (Stripe disputes) count as a claim, a flag, or both?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Flag only (code chargeback), forces escalated lane; not counted in claim rate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Aj, Finance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 "restricted" status block checkout on the storefront?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No. Phase 1 is review-only; status affects lane, never purchase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Ingrid, Lalen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Retention period for claim evidence and reveal audit rows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 per legal review (ADR-018); audit rows kept indefinitely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Legal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Should Customers also list buyers with zero paid orders (abandoned checkout)?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No. Paid order is the entry condition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Bogs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65760" y="4709160"/>
            <a:ext cx="11475720" cy="365760"/>
          </a:xfrm>
          <a:prstGeom prst="roundRect">
            <a:avLst>
              <a:gd name="adj" fmla="val 15000"/>
            </a:avLst>
          </a:prstGeom>
          <a:solidFill>
            <a:srgbClr val="1F7A6E"/>
          </a:solidFill>
          <a:ln w="12700">
            <a:solidFill>
              <a:srgbClr val="1F7A6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65760" y="4709160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next step: confirm 1, 3 and 4 in the thread, then start Phase 0 and 1 in sals3-portal.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Sals3 Customer Profile Framework</dc:title>
  <dc:subject>PptxGenJS Presentation</dc:subject>
  <dc:creator>PptxGenJS</dc:creator>
  <cp:lastModifiedBy>PptxGenJS</cp:lastModifiedBy>
  <cp:revision>1</cp:revision>
  <dcterms:created xsi:type="dcterms:W3CDTF">2026-09-08T21:39:23Z</dcterms:created>
  <dcterms:modified xsi:type="dcterms:W3CDTF">2026-09-08T21:39:23Z</dcterms:modified>
</cp:coreProperties>
</file>